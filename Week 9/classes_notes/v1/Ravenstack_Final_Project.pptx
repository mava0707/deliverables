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deliverables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churn prediction</a:t>
            </a:r>
            <a:endParaRPr lang="en-US" sz="4600" dirty="0"/>
          </a:p>
          <a:p>
            <a:pPr algn="l"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Ravenstack.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9436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definition  ·  POC  ·  ROI  ·  Risk  ·  EU AI Act  ·  GDPR  ·  Strategic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840480"/>
            <a:ext cx="411480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Markus von Aschoff  ·  markus@vonaschoff.de  ·  June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Ravenstack's own data shows.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80160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80160"/>
            <a:ext cx="1965960" cy="7315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17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LOST ARR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85216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2648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subscriptions,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to 2024.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42616" y="1280160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42616" y="1280160"/>
            <a:ext cx="1965960" cy="7315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417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RISK — NEXT 12 MO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52344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$47.2M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779776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4% monthly SMB churn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active ARR.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9744" y="1280160"/>
            <a:ext cx="19659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1417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19472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946904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from 22% lifetime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over 2 years.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76872" y="1280160"/>
            <a:ext cx="19659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76872" y="1280160"/>
            <a:ext cx="196596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1417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CHURNED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86600" y="16642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14032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500 customers.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the base has left.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" y="2743200"/>
            <a:ext cx="8412480" cy="804672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8163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churn happens in the first 90 days — before the CS team notices the account is at risk.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" y="3227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Optifai benchmark of 70% (939 B2B SaaS companies, Q2 2025 to Q1 2026). DevTools accounts churn at 31% — twice the rate of any other segment.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team (1 to 3 people) manages 390 active accounts with no early warning system. All outreach is reactive.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components. One Slack digest every Monday.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61872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61872"/>
            <a:ext cx="26517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scoring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all 390 active accounts weekly using a rule-based model: tenure under 90 days, DevTools industry, usage drop, billing frequency. Returns the top 20 at-risk accounts as JSON.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2377440" cy="512064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v1, upgrades to ML in Phase 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261872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261872"/>
            <a:ext cx="26517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LLM explanation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top 20 accounts and writes one plain-English sentence per account explaining the risk. One API call per run, approximately $0.10 to $0.30 per week.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950208"/>
            <a:ext cx="2377440" cy="512064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claude-sonnet-4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1261872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261872"/>
            <a:ext cx="26517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09360" y="1901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+ Slack delivery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Monday at 08:00. Calls the scoring API, passes results to Claude, formats Slack Block Kit blocks, posts to #customer-success. 8 nodes. Imports from a JSON file.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950208"/>
            <a:ext cx="2377440" cy="512064"/>
          </a:xfrm>
          <a:prstGeom prst="rect">
            <a:avLst/>
          </a:prstGeom>
          <a:solidFill>
            <a:srgbClr val="F4F6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4023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Slack incoming webhook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recommends. The CS team decides who to call. No automated contact with customers.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PROOF OF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nodes in n8n. Digest arrives in Slack in under 30 seconds.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(8 nodes)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8AM trigger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17320" y="1911096"/>
            <a:ext cx="13716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2763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scoring API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68880" y="1911096"/>
            <a:ext cx="13716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62763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accounts &gt; 0?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1911096"/>
            <a:ext cx="13716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62763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1901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LLM prompt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2404872"/>
            <a:ext cx="914400" cy="566928"/>
          </a:xfrm>
          <a:prstGeom prst="rect">
            <a:avLst/>
          </a:prstGeom>
          <a:solidFill>
            <a:srgbClr val="1F4E79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423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Anthropic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417320" y="2688336"/>
            <a:ext cx="13716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240487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54480" y="2423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Slack blocks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468880" y="2688336"/>
            <a:ext cx="13716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2404872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2423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0604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Slack webhook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3776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Slack output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1627632"/>
            <a:ext cx="3749040" cy="3154680"/>
          </a:xfrm>
          <a:prstGeom prst="rect">
            <a:avLst/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1700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Weekly Churn Risk Digest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19751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9 June 2026  ·  12 accounts flagged from 390 active  ·  Rule-based v1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74920" y="2249424"/>
            <a:ext cx="3474720" cy="0"/>
          </a:xfrm>
          <a:prstGeom prst="line">
            <a:avLst/>
          </a:prstGeom>
          <a:noFill/>
          <a:ln w="12700">
            <a:solidFill>
              <a:srgbClr val="2D31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331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Company_321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3317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80/100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2542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· Basic · $171/mo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909560" y="2542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▓▓▓▓▓▓▓▓░░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74920" y="276148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Six-day-old DevTools account with no login in 36 days — call before the 30-day mark.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3072384"/>
            <a:ext cx="3474720" cy="0"/>
          </a:xfrm>
          <a:prstGeom prst="line">
            <a:avLst/>
          </a:prstGeom>
          <a:noFill/>
          <a:ln w="12700">
            <a:solidFill>
              <a:srgbClr val="2D31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1455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Company_371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145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80/100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74920" y="3364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· Basic · $285/mo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74920" y="35661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22-day-old account with usage down 63% — may have stalled on integration.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74920" y="4480560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⏭️  💬  +18 more accounts below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ROI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in month 5. 199% ROI at 12 months. 366% at 36 months.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34440"/>
            <a:ext cx="26517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34440"/>
            <a:ext cx="265176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5910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of $8,000–$12,000.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to 3 developer time.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6517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34440"/>
            <a:ext cx="26517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SAVED / YEAR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15910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at-risk ARR retained.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accounts at $12,820 avg ARR.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1234440"/>
            <a:ext cx="26517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234440"/>
            <a:ext cx="2651760" cy="731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371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9360" y="15910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0936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 $44,945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by total cost $22,555.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2724912"/>
            <a:ext cx="841248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614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12848" y="2761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2761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benefit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0408" y="2761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96912" y="2761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" y="3054096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12848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$22,555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94760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$67,500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$44,945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96912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493008"/>
            <a:ext cx="8412480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12848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$56,035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$261,000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0408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$204,965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96912" y="3547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" y="4114800"/>
            <a:ext cx="8412480" cy="530352"/>
          </a:xfrm>
          <a:prstGeom prst="rect">
            <a:avLst/>
          </a:prstGeom>
          <a:solidFill>
            <a:srgbClr val="163A5A"/>
          </a:solidFill>
          <a:ln w="12700">
            <a:solidFill>
              <a:srgbClr val="163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2062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month 5  ·  Assumptions: 15% CS save rate (conservative), $5M ARR, $10K upfront, $1,395/month ongoing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RISK HIGHLIGHTS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risks assessed. Four score above 8. All have mitigations.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80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76656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after product changes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" y="1938528"/>
            <a:ext cx="1463040" cy="210312"/>
          </a:xfrm>
          <a:prstGeom prst="rect">
            <a:avLst/>
          </a:prstGeom>
          <a:solidFill>
            <a:srgbClr val="E8D6D8"/>
          </a:solidFill>
          <a:ln w="12700">
            <a:solidFill>
              <a:srgbClr val="E8D6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5681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L:4 × I:3 =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6656" y="24140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retraining. Weekly drift detection: flag features shifting &gt; 20% from training distribution.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6187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380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56048" y="1581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CS team adoption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6048" y="1938528"/>
            <a:ext cx="1463040" cy="210312"/>
          </a:xfrm>
          <a:prstGeom prst="rect">
            <a:avLst/>
          </a:prstGeom>
          <a:solidFill>
            <a:srgbClr val="E8D6D8"/>
          </a:solidFill>
          <a:ln w="12700">
            <a:solidFill>
              <a:srgbClr val="E8D6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5681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L:3 × I:4 =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56048" y="2212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56048" y="24140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rates alerts from week 1. Track Slack reaction rate. Stop workflow if reactions fall below 50% for 2 weeks.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0723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6656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hallucinated alert 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" y="3630168"/>
            <a:ext cx="1463040" cy="210312"/>
          </a:xfrm>
          <a:prstGeom prst="rect">
            <a:avLst/>
          </a:prstGeom>
          <a:solidFill>
            <a:srgbClr val="E8D6D8"/>
          </a:solidFill>
          <a:ln w="12700">
            <a:solidFill>
              <a:srgbClr val="E8D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64845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L:3 × I:3 = 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" y="3904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76656" y="4105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constrained to scoring API signals. Raw signals shown alongside each LLM line. CS treats explanations as suggestions.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53512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53512"/>
            <a:ext cx="91440" cy="15544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0723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56048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Anthropic API data transfer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56048" y="3630168"/>
            <a:ext cx="1463040" cy="210312"/>
          </a:xfrm>
          <a:prstGeom prst="rect">
            <a:avLst/>
          </a:prstGeom>
          <a:solidFill>
            <a:srgbClr val="E8D6D8"/>
          </a:solidFill>
          <a:ln w="12700">
            <a:solidFill>
              <a:srgbClr val="E8D6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64845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L:2 × I:4 = 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3904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56048" y="4105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Anthropic Business API Data Processing Agreement before Phase 3. Use account IDs, not names, in prompts.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COMPLIANCE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Risk under the EU AI Act. Legitimate interest under GDPR.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61872"/>
            <a:ext cx="400507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61872"/>
            <a:ext cx="4005072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(Regulation 2024/1689)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— Article 52. Not Unacceptable. Not High Risk (not in Annex III). LLM-generated text visible to staff triggers Article 52(1).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met: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Slack digest header reads 'Model: rule-based v1'. LLM explanations are visibly labeled. Requirement satisfied from day one.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before Phase 3: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CS team policy. Slack channel description update. Process for CS team to report incorrect alerts.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86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scope expands: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Productizing for external customers would require full High Risk documentation (Articles 11, 12, 43, 71).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61872"/>
            <a:ext cx="4251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61872"/>
            <a:ext cx="4251960" cy="38404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16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(Regulation 2016/679)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737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basis: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9751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interest (Article 6(1)(f)). Processing customer behavioral data to prevent churn is a legitimate business interest. LIA completed: proportionate and necessary.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487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externally: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724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name/ID, industry, plan, MRR, behavioral signals sent to Anthropic. Aggregated B2B data only; no individual PII in prompts.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3236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safeguards: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Business API DPA (Standard Contractual Clauses). Slack DPA (Standard Contractual Clauses). Both must be signed before Phase 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39867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 rights: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erasure, rectification, and objection all supported. Accounts can request exclusion from scoring via the config exclusion list.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STRATEGIC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phases. Fourteen weeks to full deployment. Then scale.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4173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17320"/>
            <a:ext cx="201168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721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1700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472184"/>
            <a:ext cx="685800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49047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350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216" y="246888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231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live on test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" y="2944368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986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scoring API running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" y="3419856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741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digest formatting verified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" y="3895344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496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working demo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14173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51760" y="1417320"/>
            <a:ext cx="201168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9776" y="14721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79776" y="1700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4–10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13632" y="1472184"/>
            <a:ext cx="685800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149047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797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61488" y="246888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24231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to CS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61488" y="2944368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28986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team rates each alert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61488" y="3419856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33741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at week 8 (50% precision?)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61488" y="3895344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9504" y="38496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precision 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28032" y="14173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1417320"/>
            <a:ext cx="2011680" cy="50292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4721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1700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1472184"/>
            <a:ext cx="685800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149047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56048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deploy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937760" y="2468880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24231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rules with ML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2944368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28986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task integration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3419856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65776" y="33741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Chleo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0" y="3895344"/>
            <a:ext cx="73152" cy="7315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65776" y="38496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live system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04304" y="141732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04304" y="1417320"/>
            <a:ext cx="20116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147218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32320" y="1700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266176" y="1472184"/>
            <a:ext cx="685800" cy="201168"/>
          </a:xfrm>
          <a:prstGeom prst="rect">
            <a:avLst/>
          </a:prstGeom>
          <a:solidFill>
            <a:srgbClr val="2E74B5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66176" y="149047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3232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114032" y="2468880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42048" y="24231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scoring for acquisition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114032" y="2944368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42048" y="28986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other segments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14032" y="3419856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42048" y="33741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decision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14032" y="3895344"/>
            <a:ext cx="73152" cy="731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42048" y="38496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ARR lift data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" y="4645152"/>
            <a:ext cx="8412480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" y="46908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Upfront: $10,000   ·   Monthly ongoing: $1,395   ·   Break-even: month 5   ·   12-month ROI: 199%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built. What was learned. What's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325880"/>
            <a:ext cx="2651760" cy="242316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447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tells the truth.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0008"/>
            <a:ext cx="2331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usage-drop signal was absent. That finding changed the proposal from 'build an ML model' to 'build rules first and earn the model's place.' Good data analysis protects the business from a bad investment.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325880"/>
            <a:ext cx="2651760" cy="242316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447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is a design choice.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350008"/>
            <a:ext cx="2331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Chleo's concern was AI as a black box. Designing the alerts to show their reasoning and label themselves as AI-generated turned that concern into a differentiator. Compliance and trust come from the same place.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325880"/>
            <a:ext cx="2651760" cy="242316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4475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 scope is a kill switch.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350008"/>
            <a:ext cx="2331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go/no-go at Phase 1 and the control group in Phase 2 mean Ravenstack can spend $10,000 to learn whether the signal exists, not to commit to a $100,000 platform before the evidence is 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3858768"/>
            <a:ext cx="8412480" cy="71323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13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1148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2. $10,000 upfront. Go / no-go at week 8.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Final Project Deliverables</dc:title>
  <dc:subject>PptxGenJS Presentation</dc:subject>
  <dc:creator>Markus von Aschoff</dc:creator>
  <cp:lastModifiedBy>Markus von Aschoff</cp:lastModifiedBy>
  <cp:revision>1</cp:revision>
  <dcterms:created xsi:type="dcterms:W3CDTF">2026-06-09T07:21:15Z</dcterms:created>
  <dcterms:modified xsi:type="dcterms:W3CDTF">2026-06-09T07:21:15Z</dcterms:modified>
</cp:coreProperties>
</file>