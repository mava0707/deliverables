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23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— Final Pitch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4800" dirty="0"/>
          </a:p>
          <a:p>
            <a:pPr marL="0" indent="0" algn="l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Ravenstack.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tool that tells the customer success team who to call — before the customer cancels.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411480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9436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Markus von Aschoff  ·  AI Consultant  ·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820863" y="256032"/>
            <a:ext cx="1067105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820863" y="274320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OPS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cancel. Nobody sees it coming.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298448"/>
            <a:ext cx="91440" cy="841248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8092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stops logging in. Six weeks later the cancellation email arrives. By then the renewal conversation is already lost. The CS team — just 1 to 3 people for 390 accounts — finds out too late to act.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2331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75488" y="2331720"/>
            <a:ext cx="2651760" cy="82296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58368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CHURN SO FAR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$14.1M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58368" y="34198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from cancelled accounts, ‘23–’24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2331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3310128" y="2331720"/>
            <a:ext cx="2651760" cy="82296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493008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NEXT 12 MONTHS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743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$47.2M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493008" y="34198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4%/month SMB SaaS benchmark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23317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6144768" y="2331720"/>
            <a:ext cx="2651760" cy="822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327648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IN FIRST 90 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743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327648" y="341985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where outreach matters most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233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measured from Ravenstack's own data, not an industry estimate. DevTools accounts churn worst — 31%, twice any other segment.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76234" y="256032"/>
            <a:ext cx="611734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8276234" y="274320"/>
            <a:ext cx="611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weekly ranked list of who to call — and why.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261872"/>
            <a:ext cx="8412480" cy="64008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8092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Monday, score all 390 accounts, flag the top 20 at risk, and post them to Slack — each with a plain-English reason the CS team can act 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1031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75488" y="2103120"/>
            <a:ext cx="2651760" cy="822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58368" y="2212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320040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ranks every account by churn risk: account age, segment, usage trend, contract type.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40782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AI · rule-based, upgrades to ML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0128" y="21031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3310128" y="2103120"/>
            <a:ext cx="2651760" cy="822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493008" y="2212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93008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93008" y="320040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turns each score into one sentence a CS manager can read in 5 seconds and act 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93008" y="40782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· one API call per week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4768" y="210312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6144768" y="2103120"/>
            <a:ext cx="2651760" cy="822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327648" y="2212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27648" y="2743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27648" y="320040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runs the whole flow on a schedule and posts the digest to the team's Slack channel.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27648" y="407822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8 nodes, no code to maintain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572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recommends. The CS team decides. No message ever reaches a customer automatically.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PROOF OF CONCEPT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820863" y="256032"/>
            <a:ext cx="1067105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820863" y="274320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OPS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today. The digest arrives in under 30 seconds.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755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8 AM — the schedule fires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" y="2121408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432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390 accounts, return top 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" y="2798064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one reason per account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" y="3474720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post the digest to Slack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sees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n8n, Python, and the Anthropic API. The POC proves the plumbing; the pilot proves the alerts change outcomes.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ABCAC0D-05C7-45F1-9231-9FDE0542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45" b="22490"/>
          <a:stretch>
            <a:fillRect/>
          </a:stretch>
        </p:blipFill>
        <p:spPr>
          <a:xfrm>
            <a:off x="4932638" y="1607872"/>
            <a:ext cx="3296937" cy="2649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BUSINESS CASE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76234" y="256032"/>
            <a:ext cx="611734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8276234" y="274320"/>
            <a:ext cx="611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in month 5. 199% return in year one.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325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325880"/>
            <a:ext cx="2651760" cy="822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58368" y="1481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BUILD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8368" y="24323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Upfront, Phases 1–3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1325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3310128" y="1325880"/>
            <a:ext cx="2651760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3493008" y="1481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SAVED / YEAR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$90K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93008" y="24323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outreach saves 15% of at-risk accounts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1325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6144768" y="1325880"/>
            <a:ext cx="2651760" cy="82296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6327648" y="14813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AT 12 MONTHS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327648" y="243230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366% over 36 months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" y="3063240"/>
            <a:ext cx="841248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566928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95728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07408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benefit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" y="343814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566928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395728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$22,555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07408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$67,500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199%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" y="3895344"/>
            <a:ext cx="8412480" cy="45720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566928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395728" y="3995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$56,035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407408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$261,000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46520" y="39959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45262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assumption: a 15% save rate. Honest, and conservative — the pilot measures the real number against a control group.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TOP RISKS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669073" y="256032"/>
            <a:ext cx="1218895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669073" y="274320"/>
            <a:ext cx="1218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CEO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risks could derail this. All three are managed.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2801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280160"/>
            <a:ext cx="91440" cy="8046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76656" y="1399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drifts as the product changes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" y="1792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4 × Impact 3 = 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408176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389120" y="13898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0" y="158191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monthly. Detect drift weekly — flag any input that shifts more than 20% from its training distribution.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21945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75488" y="2194560"/>
            <a:ext cx="91440" cy="8046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76656" y="2313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 team stops trusting the alerts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6656" y="27066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3 × Impact 4 = 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322576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4389120" y="23042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0" y="249631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rates alerts from week one. If reaction rates fall below 50% for two weeks, the workflow pauses and we investigate.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" y="31089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475488" y="3108960"/>
            <a:ext cx="91440" cy="8046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76656" y="3227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crosses borders (GDPR)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656" y="3621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2 × Impact 4 = 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236976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389120" y="32186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0" y="341071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Anthropic and Slack data processing agreements before launch. Send account IDs, not names. No individual personal data in prompts.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" y="4114800"/>
            <a:ext cx="8412480" cy="54864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658368" y="4224528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blockers. Each has a named mitigation and a clear trigger for action. The risks are manageable.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COMPLIANCE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124444" y="256032"/>
            <a:ext cx="763524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8124444" y="274320"/>
            <a:ext cx="763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compliantly. Here's why.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40050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298448"/>
            <a:ext cx="4005072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Limited Risk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any high-risk Annex III category. The LLM text shown to staff triggers Article 52 transparency duties.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Obligation: met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2980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digest is labelled 'rule-based v1'. The AI is disclosed from day one.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close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38770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written policy telling the CS team what the model does and does not 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4224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4224528" cy="42062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4828032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legitimate interest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28032" y="20848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6(1)(f). Aggregated B2B account data only — no individual personal data in prompts.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2724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rights: supported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28032" y="2980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erasure, rectification, objection. Accounts can be excluded from scoring on request.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close (blocking)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3877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Anthropic and Slack data processing agreements before launch.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5902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can be deployed compliantly because a human makes every customer-facing decision and the AI is fully disclosed.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DEPLOYMENT PLAN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820863" y="256032"/>
            <a:ext cx="1067105" cy="274320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820863" y="274320"/>
            <a:ext cx="106710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OPS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to full deployment in 14 weeks. Then scale.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325880"/>
            <a:ext cx="201168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21792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00784" y="1389888"/>
            <a:ext cx="713232" cy="219456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700784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99092" y="258666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live on test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99092" y="294312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digest verified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2651760" y="1325880"/>
            <a:ext cx="201168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2798064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98064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4–10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77056" y="1389888"/>
            <a:ext cx="713232" cy="219456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3877056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98064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2798064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2983113" y="258666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 to CS team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98064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2983113" y="294312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at week 8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828032" y="1325880"/>
            <a:ext cx="201168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974336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74336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53328" y="1389888"/>
            <a:ext cx="713232" cy="219456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6053328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74336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4974336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5167134" y="258666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rules for ML model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74336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5167134" y="294312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dashboard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004304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004304" y="1325880"/>
            <a:ext cx="201168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7150608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50608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0" y="1389888"/>
            <a:ext cx="713232" cy="219456"/>
          </a:xfrm>
          <a:prstGeom prst="rect">
            <a:avLst/>
          </a:prstGeom>
          <a:solidFill>
            <a:srgbClr val="2E74B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ext 42"/>
          <p:cNvSpPr/>
          <p:nvPr/>
        </p:nvSpPr>
        <p:spPr>
          <a:xfrm>
            <a:off x="8229600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50608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7150608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Text 45"/>
          <p:cNvSpPr/>
          <p:nvPr/>
        </p:nvSpPr>
        <p:spPr>
          <a:xfrm>
            <a:off x="7351155" y="2594413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scoring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150608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7351155" y="295087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decision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75488" y="3840480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1" name="Text 49"/>
          <p:cNvSpPr/>
          <p:nvPr/>
        </p:nvSpPr>
        <p:spPr>
          <a:xfrm>
            <a:off x="658368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Commercialisation: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" y="4187952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tool first. $10K upfront, $1,395/month, to protect ~$90K/year. Only if it proves 15%+ lift over 12 months would we consider productizing it as SaaS for other small SaaS firms at $500–$1,500/month.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60-day pilot to prove the alerts change outcomes.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5488" y="1417320"/>
            <a:ext cx="2651760" cy="21488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7327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B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4350" y="1778508"/>
            <a:ext cx="2072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the investment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2283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to test something that protects $90K a year. Payback in month 5. The downside is capped at the pilot cost.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0128" y="1417320"/>
            <a:ext cx="2651760" cy="21488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3474720" y="17396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B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76472" y="1775408"/>
            <a:ext cx="210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deploy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19" y="2282283"/>
            <a:ext cx="24068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 under the EU AI Act, legitimate interest under GDPR, and a human decides every customer contact.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417320"/>
            <a:ext cx="2651760" cy="21488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320055" y="1729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B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14212" y="1775408"/>
            <a:ext cx="205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 disrupt the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282283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of CS review on a Monday. No new hires. No customer-facing automation. The team owns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3767328"/>
            <a:ext cx="8412480" cy="8686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58368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05993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60-day pilot: score 390 accounts weekly, CS team acts on the top 20, control group holds out, go/no-go at week 8. $10K.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1104</Words>
  <Application>Microsoft Macintosh PowerPoint</Application>
  <PresentationFormat>On-screen Show (16:9)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Final Project — Panel Pitch</dc:title>
  <dc:subject>PptxGenJS Presentation</dc:subject>
  <dc:creator>Markus von Aschoff</dc:creator>
  <cp:lastModifiedBy>Markus von Aschoff</cp:lastModifiedBy>
  <cp:revision>4</cp:revision>
  <dcterms:created xsi:type="dcterms:W3CDTF">2026-06-12T10:28:58Z</dcterms:created>
  <dcterms:modified xsi:type="dcterms:W3CDTF">2026-06-15T07:30:16Z</dcterms:modified>
</cp:coreProperties>
</file>