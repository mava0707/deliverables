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16" d="100"/>
          <a:sy n="116" d="100"/>
        </p:scale>
        <p:origin x="86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CF06B-0865-94C6-B294-E1E82DBBD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73CE0A-0C32-81B3-2FC3-D5FC88903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B7E7F-4246-1062-C4EC-E1305470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4B024-1617-524F-B550-F26FFE2DDA51}" type="datetimeFigureOut">
              <a:rPr lang="en-DE" smtClean="0"/>
              <a:t>19.05.26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C228B-EA16-52D6-229C-5F256212B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5803B-2BFA-9D5A-FEA0-C832DA7C8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0446-4715-5C4B-A284-A1A6053F170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76567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C3334-2B33-2831-F45C-35B3D1EFD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BD239-42FE-D8BF-9ECB-61D0F2BDD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0036E-2727-FEAB-A586-1D41C055A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4B024-1617-524F-B550-F26FFE2DDA51}" type="datetimeFigureOut">
              <a:rPr lang="en-DE" smtClean="0"/>
              <a:t>19.05.26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3036-E9FF-D4BC-7396-999A7A0E7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D1823-DACE-D331-D119-42B8A65D5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0446-4715-5C4B-A284-A1A6053F170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44959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C2B33-0AC3-E14A-A5EC-C8E447D6A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F459C-6C20-D97C-277B-B0FD70758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8084E-845B-7C19-2834-344C6AA77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4B024-1617-524F-B550-F26FFE2DDA51}" type="datetimeFigureOut">
              <a:rPr lang="en-DE" smtClean="0"/>
              <a:t>19.05.26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B1A8C-4AE0-DE34-C40F-6BC5F3257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5ED8B-37F3-500A-D7A2-039AE229F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0446-4715-5C4B-A284-A1A6053F170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04134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757BA-61B2-C813-5F96-323BF8523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2A5DD-1014-1513-AFFB-E2F2B5D9CD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2CBA62-8CF1-44F7-8C4E-6A4F90E35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A4515-6CD3-0F3A-84B8-D1C4F8547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4B024-1617-524F-B550-F26FFE2DDA51}" type="datetimeFigureOut">
              <a:rPr lang="en-DE" smtClean="0"/>
              <a:t>19.05.26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409BB-EA0C-7ED2-8AEA-AC41B7931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D9C56-3131-2C29-FEC0-950338A2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0446-4715-5C4B-A284-A1A6053F170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82795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8657F-EB56-F79C-F9D0-8A7CACBD9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4B19E-34A3-FFB6-9D2C-125DFC737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C8B42F-C904-6DAA-554B-33049005D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93403F-02EF-F0D5-0F6A-F59C4FC175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F9969A-50BF-91BE-A026-BEEC1AE36E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21FB29-4346-1ED7-44FA-5EC108201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4B024-1617-524F-B550-F26FFE2DDA51}" type="datetimeFigureOut">
              <a:rPr lang="en-DE" smtClean="0"/>
              <a:t>19.05.26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DD72E8-A356-5232-DD4F-B0BE9B9BA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F87271-CDAB-CD8E-047E-080A0562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0446-4715-5C4B-A284-A1A6053F170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48429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46DFC-9B47-8A34-732F-CFBA2DC4A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D09A33-4965-B674-7ACB-2EBBBF686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4B024-1617-524F-B550-F26FFE2DDA51}" type="datetimeFigureOut">
              <a:rPr lang="en-DE" smtClean="0"/>
              <a:t>19.05.26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A843CF-E13F-F46D-5355-8252287C7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CC88B4-54CF-7BFF-FA94-4D8292E38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0446-4715-5C4B-A284-A1A6053F170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67438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4F6A8C-22A7-7686-1518-45F62BA6A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4B024-1617-524F-B550-F26FFE2DDA51}" type="datetimeFigureOut">
              <a:rPr lang="en-DE" smtClean="0"/>
              <a:t>19.05.26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6B4573-ED25-4768-A854-1D00CBBEF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2BA18-EC7D-EDAE-EA12-F5DF8D577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0446-4715-5C4B-A284-A1A6053F170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63860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3289C-9FA8-EE8F-A17E-A948E5350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AB65-08C2-DA3B-9A6F-8260C6DAD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D2DC55-86BC-755F-D7C7-0819B2793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76ED-F341-1A1C-87A9-C8E82FAC8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4B024-1617-524F-B550-F26FFE2DDA51}" type="datetimeFigureOut">
              <a:rPr lang="en-DE" smtClean="0"/>
              <a:t>19.05.26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7B1016-947D-AC5F-003E-FF69704F2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32853-AA6B-4CEE-498C-EB5AD80F9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0446-4715-5C4B-A284-A1A6053F170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06463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DC26B-540C-7E8E-098F-B77F414FC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E9A771-5E29-639C-31BF-FB5322B93C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081A2-A198-CAB9-3320-83C8675F53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AF0233-8D10-433B-462E-5BCE0F3B8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4B024-1617-524F-B550-F26FFE2DDA51}" type="datetimeFigureOut">
              <a:rPr lang="en-DE" smtClean="0"/>
              <a:t>19.05.26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A910C-787A-804B-477B-0B62D7A09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5E48FA-C6DC-73F7-B5D4-B1613A203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0446-4715-5C4B-A284-A1A6053F170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22468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B190-C442-28B8-2407-41B0227EE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214385-21AB-EE86-9771-21A4CBEED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32DF5-D036-D4A0-8015-2BEB97407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4B024-1617-524F-B550-F26FFE2DDA51}" type="datetimeFigureOut">
              <a:rPr lang="en-DE" smtClean="0"/>
              <a:t>19.05.26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7312A-1E96-3FEA-5DE1-212E64695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A0C15-7A9A-0D7B-2FD1-12CD319FB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0446-4715-5C4B-A284-A1A6053F170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2778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ED5621-3CB7-7100-B588-E115C8F3EC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39267E-114D-475C-83F8-AA380A57B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52473-927E-2CF7-E4FB-2E4BE7327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4B024-1617-524F-B550-F26FFE2DDA51}" type="datetimeFigureOut">
              <a:rPr lang="en-DE" smtClean="0"/>
              <a:t>19.05.26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72EAF-EFD5-4A50-084C-97FBD63E9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1A01F-3555-5BF6-5F3C-EE24CCA2B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40446-4715-5C4B-A284-A1A6053F170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35917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5362A6-200F-C294-22BA-EADF82711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E1807-FC8C-A6C6-7052-90A61CEDE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992F6-196A-A9B4-5EB9-0F03C390F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F4B024-1617-524F-B550-F26FFE2DDA51}" type="datetimeFigureOut">
              <a:rPr lang="en-DE" smtClean="0"/>
              <a:t>19.05.26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A09EF-8CE2-F162-E10E-138B39FB8A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25431-247F-A266-3998-8404E3B964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E40446-4715-5C4B-A284-A1A6053F170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90336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65897C-19AB-E590-3A61-7218E927C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041" y="102034"/>
            <a:ext cx="8129391" cy="445874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305356-68FD-C433-D051-E5770B983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77" y="3429000"/>
            <a:ext cx="2768118" cy="89247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1FEE7C-DA01-430B-593A-AADB507E0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24" y="102034"/>
            <a:ext cx="2154602" cy="308766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645B987-3902-CA6A-526F-2F689B3449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183" y="4414007"/>
            <a:ext cx="2007106" cy="89248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4F4E19-8EFB-D85F-F620-C27C390891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1418" y="5087021"/>
            <a:ext cx="2935582" cy="186257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0E2D460-185E-6664-D13D-4A334B87DA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6543" y="5228590"/>
            <a:ext cx="3392976" cy="105319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3B69921-F852-4B24-8977-F977B78C48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9062" y="3755059"/>
            <a:ext cx="3127787" cy="319453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FFBED22-BE52-273A-415D-AA59EFEA31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78395" y="1558529"/>
            <a:ext cx="2213605" cy="141602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12149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Markus von Aschoff</dc:creator>
  <cp:lastModifiedBy>Markus von Aschoff</cp:lastModifiedBy>
  <cp:revision>1</cp:revision>
  <dcterms:created xsi:type="dcterms:W3CDTF">2026-05-19T13:33:49Z</dcterms:created>
  <dcterms:modified xsi:type="dcterms:W3CDTF">2026-05-19T13:44:14Z</dcterms:modified>
</cp:coreProperties>
</file>