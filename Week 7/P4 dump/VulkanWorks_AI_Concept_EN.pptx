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5EEAD4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VULKAN WORKS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Intelligence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&amp; Solution Proposal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2004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SilverTrust Consulting  ·  June 1,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–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5029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0058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 &amp; Pain Points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325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heard in the interview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55648"/>
            <a:ext cx="5029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0136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18013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Perspectives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21214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· Marcus · Ingrid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51176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51176"/>
            <a:ext cx="5029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9689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59689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29169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concept from the whiteboard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46704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46704"/>
            <a:ext cx="5029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9242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3924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Regulatory Framework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37124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· AI Act · ISO 9001 · NDAs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42232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42232"/>
            <a:ext cx="5029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8795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41879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51560" y="45079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&amp; Roadmap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 &amp; Pain Points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20624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Machine Downtime Erodes Margins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62456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Two-day production shutdown from a system failure – no early warning system existed. Monitoring reacted too late.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960120"/>
            <a:ext cx="420624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784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Exists – But in Silos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362456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machine line runs its own system. Data is manually merged into Excel on a weekly basis.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42062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443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Defect Detection Too Late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328416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only surface at the end of the line – causing excessive rework costs with no root cause evidence.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92608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926080"/>
            <a:ext cx="42062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443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Marcus as Single Point of Failure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328416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he knows where data lives. No knowledge transfer, no backup process in place.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Perspectives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889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Petra Sauermann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Manager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Goal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+ Alerting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Pain Points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data for defects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86207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walks between assembly lines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20954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L1–L3 not synchronized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4297680"/>
            <a:ext cx="2606040" cy="384048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32511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Negative experience with prior tech rollouts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0" y="91440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914400"/>
            <a:ext cx="278892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9326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Dreher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12618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Manager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16642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Goal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18745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Aggregation Layer (local, secure)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22860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Pain Points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251460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3 systems, no connection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286207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SAP sync failures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320954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the only data gatekeeper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4297680"/>
            <a:ext cx="2606040" cy="384048"/>
          </a:xfrm>
          <a:prstGeom prst="rect">
            <a:avLst/>
          </a:prstGeom>
          <a:solidFill>
            <a:srgbClr val="1D4ED8">
              <a:alpha val="10000"/>
            </a:srgbClr>
          </a:solidFill>
          <a:ln w="12700">
            <a:solidFill>
              <a:srgbClr val="1D4ED8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432511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Skeptical: integration complexity too high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26480" y="91440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914400"/>
            <a:ext cx="278892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9326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Ingrid Hoffmann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12618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/ QM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16642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Goal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18745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Auto-reports for certification &amp; 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22860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Pain Points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251460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 documentation has gaps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17920" y="286207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effort too high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0" y="320954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NDAs restrict data use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17920" y="4297680"/>
            <a:ext cx="2606040" cy="384048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432511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AI not strictly required – accuracy is key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data pipeline – on-premise, GDPR-compliant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6858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 ·  L1 / L2 / L3 Machine Lines  ·  SAP  ·  OT Systems  ·  Manual Inputs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80560" y="1874520"/>
            <a:ext cx="73152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331720"/>
            <a:ext cx="4069080" cy="96012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591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AGGREGATION LAYER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633472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database · Unified schema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layer for AI queries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2331720"/>
            <a:ext cx="4069080" cy="960120"/>
          </a:xfrm>
          <a:prstGeom prst="rect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3591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AGENT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2633472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· Root cause analysis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data access (Data Proof)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61688" y="2697480"/>
            <a:ext cx="411480" cy="7315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3337560"/>
            <a:ext cx="73152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3337560"/>
            <a:ext cx="73152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703320"/>
            <a:ext cx="2011680" cy="91440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730752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(Live)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23160" y="3703320"/>
            <a:ext cx="2011680" cy="91440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3730752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(Report)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703320"/>
            <a:ext cx="2011680" cy="914400"/>
          </a:xfrm>
          <a:prstGeom prst="rect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730752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(Notify)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40880" y="3703320"/>
            <a:ext cx="1828800" cy="91440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373075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(Cert)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Production  →  QM / Compliance  →  OT / IT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Regulatory Framework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64592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3327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3560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 in logs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3794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data only with appropriate safeguards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time data protected under labor law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60120"/>
            <a:ext cx="164592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03327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4920" y="143560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Minimal Risk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183794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autonomous decisions affecting people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224028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documentation recommended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164592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992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40156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reports generated automatically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80390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traceability ensured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gaps in quality documentation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92608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926080"/>
            <a:ext cx="164592" cy="1783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9992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NDAs / OEM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74920" y="340156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data stays local (on-premise only)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380390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transfer without legal clearance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42062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 by Ingrid required before go-live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Actually Delivers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 Excel chaos to an intelligent data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36576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7043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Late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212848"/>
            <a:ext cx="1828800" cy="36576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331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57860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line → high rework costs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3401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36576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at L1/L2/L3 → immediate response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50592" y="1097280"/>
            <a:ext cx="2011680" cy="36576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17043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Person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50592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42032" y="2212848"/>
            <a:ext cx="1828800" cy="36576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0592" y="2331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42032" y="257860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as sole gatekeeper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50592" y="3401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42032" y="36576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dashboard for all stakeholders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26864" y="1097280"/>
            <a:ext cx="2011680" cy="36576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117043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Systems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26864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18304" y="2212848"/>
            <a:ext cx="1828800" cy="36576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2331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18304" y="257860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weekly Excel merge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26864" y="3401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18304" y="36576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aggregation, always current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03136" y="1097280"/>
            <a:ext cx="2011680" cy="36576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03136" y="117043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803136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 reporting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94576" y="2212848"/>
            <a:ext cx="1828800" cy="36576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03136" y="2331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94576" y="257860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Time-consuming, error-prone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03136" y="3401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94576" y="36576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ISO-compliant reports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8813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88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0058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Proposal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25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SilverTrust prepares detailed proposal based on this interview.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35040" y="1051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SilverTrust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09560" y="10515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 23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75564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83664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18013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 – NDAs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121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Ingrid coordinates with legal team: data sharing and AI use to be cleared.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1847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Ingrid Hoffmann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09560" y="18470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 23–24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551176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7919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25968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Inventory Workshop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29169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Marcus: document all data sources, map connections and ownership.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35040" y="26426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+ SilverTrust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09560" y="264261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 24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346704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51560" y="33924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MVP Scope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37124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line L1 as test environment for dashboard + alerting. Define KPIs.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35040" y="34381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Petra + SilverTrust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909560" y="343814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 25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142232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27024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51560" y="41879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Decision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51560" y="45079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stakeholders: green light for implementation start.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42336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09560" y="42336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 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 forward to working with Vulkan Works.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32004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SilverTrust Consulting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Comments? We're ready.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Vulkan Works – AI Data Intelligence Concept</dc:title>
  <dc:subject>PptxGenJS Presentation</dc:subject>
  <dc:creator>PptxGenJS</dc:creator>
  <cp:lastModifiedBy>PptxGenJS</cp:lastModifiedBy>
  <cp:revision>1</cp:revision>
  <dcterms:created xsi:type="dcterms:W3CDTF">2026-06-01T13:12:29Z</dcterms:created>
  <dcterms:modified xsi:type="dcterms:W3CDTF">2026-06-01T13:12:29Z</dcterms:modified>
</cp:coreProperties>
</file>